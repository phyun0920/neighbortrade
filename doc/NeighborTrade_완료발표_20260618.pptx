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57276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58952" y="232257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 직거래 커뮤니티 플랫폼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발표 자료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7307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21 · Spring Boot 3.4 · Thymeleaf · PostgreSQL/Supabase · Railway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0" y="6217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2026.06.18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목차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발표 흐름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0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69080" y="14447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목적과 대상 사용자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9875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219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0" y="22219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69080" y="224942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사용자·관리자 관점 주요 시나리오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724912"/>
            <a:ext cx="9875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2666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30266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구성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69080" y="30540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아키텍처, 데이터, 배포 구조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529584"/>
            <a:ext cx="9875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313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45920" y="38313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포인트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69080" y="385876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검색/인기검색어, 끌올, 채팅, 관리자 UI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4334256"/>
            <a:ext cx="9875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63600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45920" y="4636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결과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69080" y="46634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진행 현황, 테스트, 회고 및 개선 방향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5138928"/>
            <a:ext cx="9875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 기반 중고거래와 커뮤니티 경험을 하나로 연결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169164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정의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391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동네를 기준으로 상품 탐색, 판매, 거래, 커뮤니티 활동을 제공하는 위치 기반 플랫폼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417320"/>
            <a:ext cx="73152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6459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형태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0391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프로젝트 / 2026.05 ~ 진행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1~3 구현 완료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417320"/>
            <a:ext cx="73152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6459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관점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20391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관리자는 회원, 판매글, 신고, 인기검색어, 검색 로그를 통합 UI에서 관리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749808" y="3794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2885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24712" y="427939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기반 탐색으로 가까운 이웃과 빠르게 거래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47640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4712" y="475488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요청, 채팅, 후기, 신고 흐름으로 안전성 보강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5239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24712" y="523036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기록과 인기검색어로 사용자 관심 트렌드 파악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정의와 목표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중고거래에서 필요한 신뢰, 탐색, 운영 기능을 구현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356616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25880"/>
            <a:ext cx="73152" cy="3520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31546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상품 게시판만으로는 거래 신뢰, 지역성, 운영 관리가 부족합니다.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위치 기반 탐색, 거래 상태 관리, 신고 처리, 관리자 관제가 필요합니다.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526280" y="1325880"/>
            <a:ext cx="356616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325880"/>
            <a:ext cx="73152" cy="352044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544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947672"/>
            <a:ext cx="31546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 선택·인증, 상품 CRUD, 거래 요청, 채팅, 후기, 신고까지 이어지는 완성형 사용 흐름을 제공합니다.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366760" y="1325880"/>
            <a:ext cx="2971800" cy="352044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66760" y="1325880"/>
            <a:ext cx="73152" cy="3520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기준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0" y="1947672"/>
            <a:ext cx="2560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기능과 관리자 기능을 실제 화면과 데이터 흐름으로 동작시키고 Railway 배포 구조까지 구성합니다.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대상과 사용자 흐름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탐색부터 거래 완료와 후기까지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73152" cy="132588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가입/로그인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03911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이메일, 카카오, 네이버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462272" y="14173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62272" y="141732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동네 선택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90872" y="203911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지역, 동네 인증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284464" y="14173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84464" y="141732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13064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상품 탐색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13064" y="203911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카테고리, 검색, 인기검색어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40080" y="329184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29184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520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상품 판매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9136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업로드, 상태 관리, 끌올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462272" y="329184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62272" y="3291840"/>
            <a:ext cx="73152" cy="132588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3520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거래/채팅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90872" y="39136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요청, 수락, 완료, 1:1 채팅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284464" y="329184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84464" y="329184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13064" y="3520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후기/신고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13064" y="39136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매너 후기, 부적절 콘텐츠 신고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18745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49808" y="3063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기능과 관리자 기능을 분리해 완성도 있게 구현했습니다.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98480" y="5989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- 사용자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상품, 거래, 커뮤니티 기능을 하나의 흐름으로 연결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58368" y="137160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371600"/>
            <a:ext cx="73152" cy="141732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0020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중고거래 상품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1993392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목록/상세/등록/수정, 이미지 업로드, 상태 변경, 내 판매글 관리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407408" y="137160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07408" y="137160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60020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탐색과 검색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36008" y="1993392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 필터, 카테고리 필터, 키워드 검색, 최근 관심 트렌드 제공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156448" y="137160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56448" y="137160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60020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즐겨찾기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85048" y="1993392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상품 저장과 목록 조회로 구매 후보 관리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58368" y="342900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42900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65760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흐름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" y="4050792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요청, 수락, 완료, 취소 등 상태 기반 거래 관리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407408" y="342900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07408" y="3429000"/>
            <a:ext cx="73152" cy="14173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65760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채팅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36008" y="4050792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WebSocket(STOMP) + SockJS 기반 실시간 대화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156448" y="342900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56448" y="342900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5048" y="365760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커뮤니티/신고/후기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85048" y="4050792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동네생활 게시글·댓글, 신고 접수, 거래 완료 후 후기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- 관리자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운영자가 서비스 상태를 한 화면에서 확인하고 조치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132588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3911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회원, 판매글, 거래, 동네생활, 신고, 인기검색어 요약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회원/판매글 관리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03911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역할·인증 동네·매너점수 조회, 부적절 판매글 숨김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141732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관리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203911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목록 확인, 상태 변경, 처리 메모 관리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85800" y="34290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42900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657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인기검색어 관리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05079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집계 결과 조회, 키워드 수정·삭제, 즉시 집계 실행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434840" y="34290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342900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657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로그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405079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search_v2_log 읽기 전용 조회, 최근 7일 검색량 표시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183880" y="34290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83880" y="3429000"/>
            <a:ext cx="73152" cy="132588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657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UI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405079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admin-layout 기반 사이드바와 모바일 토글 메뉴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18745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구성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49808" y="3063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MVC, Thymeleaf, JPA, WebSocket, Railway 기반으로 구성했습니다.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98480" y="5989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사용한 기술 기준으로 정리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1188720" cy="310896"/>
          </a:xfrm>
          <a:prstGeom prst="roundRect">
            <a:avLst>
              <a:gd name="adj" fmla="val 20588"/>
            </a:avLst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906524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21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148840" y="1828800"/>
            <a:ext cx="1645920" cy="310896"/>
          </a:xfrm>
          <a:prstGeom prst="roundRect">
            <a:avLst>
              <a:gd name="adj" fmla="val 2058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3704" y="1906524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3.4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977640" y="1828800"/>
            <a:ext cx="1645920" cy="310896"/>
          </a:xfrm>
          <a:prstGeom prst="roundRect">
            <a:avLst>
              <a:gd name="adj" fmla="val 2058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32504" y="1906524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Security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806440" y="1828800"/>
            <a:ext cx="960120" cy="310896"/>
          </a:xfrm>
          <a:prstGeom prst="roundRect">
            <a:avLst>
              <a:gd name="adj" fmla="val 2058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61304" y="1906524"/>
            <a:ext cx="850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949440" y="1828800"/>
            <a:ext cx="1097280" cy="310896"/>
          </a:xfrm>
          <a:prstGeom prst="roundRect">
            <a:avLst>
              <a:gd name="adj" fmla="val 20588"/>
            </a:avLst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04304" y="190652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229600" y="1828800"/>
            <a:ext cx="1234440" cy="310896"/>
          </a:xfrm>
          <a:prstGeom prst="roundRect">
            <a:avLst>
              <a:gd name="adj" fmla="val 20588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1906524"/>
            <a:ext cx="1124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77240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3154680"/>
            <a:ext cx="1234440" cy="310896"/>
          </a:xfrm>
          <a:prstGeom prst="roundRect">
            <a:avLst>
              <a:gd name="adj" fmla="val 2058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" y="3232404"/>
            <a:ext cx="1124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Thymeleaf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176272" y="3154680"/>
            <a:ext cx="1005840" cy="310896"/>
          </a:xfrm>
          <a:prstGeom prst="roundRect">
            <a:avLst>
              <a:gd name="adj" fmla="val 20588"/>
            </a:avLst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31136" y="3232404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HTML5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364992" y="3154680"/>
            <a:ext cx="914400" cy="310896"/>
          </a:xfrm>
          <a:prstGeom prst="roundRect">
            <a:avLst>
              <a:gd name="adj" fmla="val 2058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9856" y="3232404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CSS3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62272" y="3154680"/>
            <a:ext cx="1234440" cy="310896"/>
          </a:xfrm>
          <a:prstGeom prst="roundRect">
            <a:avLst>
              <a:gd name="adj" fmla="val 20588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17136" y="3232404"/>
            <a:ext cx="1124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JavaScript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879592" y="3154680"/>
            <a:ext cx="1920240" cy="310896"/>
          </a:xfrm>
          <a:prstGeom prst="roundRect">
            <a:avLst>
              <a:gd name="adj" fmla="val 2058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34456" y="3232404"/>
            <a:ext cx="18105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 common.css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77240" y="4023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 / Infra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480560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" y="4558284"/>
            <a:ext cx="1261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331720" y="4480560"/>
            <a:ext cx="1143000" cy="310896"/>
          </a:xfrm>
          <a:prstGeom prst="roundRect">
            <a:avLst>
              <a:gd name="adj" fmla="val 2058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86584" y="4558284"/>
            <a:ext cx="1033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657600" y="4480560"/>
            <a:ext cx="1051560" cy="310896"/>
          </a:xfrm>
          <a:prstGeom prst="roundRect">
            <a:avLst>
              <a:gd name="adj" fmla="val 20588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12464" y="4558284"/>
            <a:ext cx="9418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 test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92040" y="4480560"/>
            <a:ext cx="1005840" cy="310896"/>
          </a:xfrm>
          <a:prstGeom prst="roundRect">
            <a:avLst>
              <a:gd name="adj" fmla="val 20588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46904" y="4558284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Gradle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080760" y="4480560"/>
            <a:ext cx="1143000" cy="310896"/>
          </a:xfrm>
          <a:prstGeom prst="roundRect">
            <a:avLst>
              <a:gd name="adj" fmla="val 20588"/>
            </a:avLst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35624" y="4558284"/>
            <a:ext cx="1033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Railway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77240" y="548640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Tailwind CSS와 Docker는 실제 프로젝트 기술 스택 배지에서 제외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MVC 레이어와 도메인별 서비스 분리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73152" cy="132588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Browser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1762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Thymeleaf 화면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HTML/CSS/JS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2715768" y="1993392"/>
            <a:ext cx="329184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55448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55448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1762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 / Admin / Chat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Community / Trade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5138928" y="1993392"/>
            <a:ext cx="329184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23560" y="155448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23560" y="155448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21762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로직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검색·거래·채팅·신고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562088" y="1993392"/>
            <a:ext cx="329184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55448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0" y="155448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75320" y="21762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Data JPA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도메인별 Repository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9985248" y="1993392"/>
            <a:ext cx="329184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1554480"/>
            <a:ext cx="1508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058400" y="1554480"/>
            <a:ext cx="73152" cy="1325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8700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87000" y="217627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/ Supabase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 test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3200400" y="3931920"/>
            <a:ext cx="5669280" cy="82296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4178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WebSocket(STOMP) /ws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418795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메시지는 REST 흐름과 분리된 실시간 채널로 처리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데이터와 검색 흐름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로그를 저장하고 인기검색어로 운영 지표화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25880"/>
            <a:ext cx="73152" cy="123444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검색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9476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market/list에서 키워드 검색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429000" y="132588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32588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554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로그 저장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19476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search_v2_log에 키워드, 시간, 동네, 결과 수 저장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32588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554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주간 집계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9476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관리자가 인기검색어 즉시 집계 실행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8823960" y="132588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823960" y="132588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1554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화면 표시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0" y="19476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popular_search_keyword 또는 YAML 폴백 칩 표시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914400" y="38953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388620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로그는 서비스 사용자의 관심사를 분석할 수 있는 운영 데이터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3891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70432" y="437997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인기검색어는 DB 데이터가 없을 때 YAML 폴백 목록으로 화면 안정성 확보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882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70432" y="48737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스케줄(@Scheduled)은 향후 개선 항목으로 분리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18745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 결과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49808" y="3063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1~3 기능 구현과 Railway 배포 구조까지 정리했습니다.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98480" y="5989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진행 현황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3까지 구현 완료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3154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508760"/>
            <a:ext cx="73152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130552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구축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회원가입/로그인, 기본 화면, 초기 도메인 구성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1051560" y="3886200"/>
            <a:ext cx="822960" cy="310896"/>
          </a:xfrm>
          <a:prstGeom prst="roundRect">
            <a:avLst>
              <a:gd name="adj" fmla="val 2058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" y="3963924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26280" y="1508760"/>
            <a:ext cx="3154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508760"/>
            <a:ext cx="73152" cy="2148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130552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기능 확장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CRUD, 이미지 업로드, 위치/카테고리 필터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754880" y="3886200"/>
            <a:ext cx="822960" cy="310896"/>
          </a:xfrm>
          <a:prstGeom prst="roundRect">
            <a:avLst>
              <a:gd name="adj" fmla="val 2058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3963924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229600" y="1508760"/>
            <a:ext cx="3154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508760"/>
            <a:ext cx="73152" cy="214884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58200" y="2130552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완성도 개선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끌올, 검색 로그, 인기검색어, 커뮤니티, 관리자 UI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8458200" y="3886200"/>
            <a:ext cx="822960" cy="310896"/>
          </a:xfrm>
          <a:prstGeom prst="roundRect">
            <a:avLst>
              <a:gd name="adj" fmla="val 20588"/>
            </a:avLst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13064" y="3963924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68680" y="4709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상세 완료 항목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5148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1216152" y="5138928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1~6: PC 헤더 통일, 동네생활 공개 열람, 끌올, 인기검색어, 모바일 UX, COM/ADM v2 UI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960120" y="55138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1216152" y="5504688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 UI 통합: 대시보드, 사이드바, 검색 로그, 인기검색어 관리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포인트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완성도를 높인 주요 설계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25880"/>
            <a:ext cx="73152" cy="141732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끌올(Bump)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 쿨타임을 적용해 판매글 노출 시간을 갱신하고 공정한 노출 관리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370832" y="132588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0832" y="132588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554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로그/인기검색어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9432" y="19476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기록 저장 → 주간 TOP N 집계 → 화면 칩 표시와 관리자 관리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065008" y="132588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65008" y="132588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554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관리자 UI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93608" y="19476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대시보드와 사이드바 기반으로 운영 메뉴 접근성을 개선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85800" y="342900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42900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6576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채팅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0507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거래 과정에서 실시간 1:1 대화 흐름 제공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370832" y="342900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70832" y="342900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36576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보안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99432" y="40507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마스킹, 운영 로그 레벨 조정, 민감 설정 분리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065008" y="342900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65008" y="3429000"/>
            <a:ext cx="73152" cy="14173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93608" y="36576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반응형 UI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93608" y="40507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없이 common.css 기반으로 PC/모바일 화면 대응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배포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테스트와 Railway 운영 프로필 구성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03911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Gradle test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MarketControllerTest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CommunityControllerTest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 테스트 프로필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182880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03911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Railway bootJar 배포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환경변수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application-prod.yml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설정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203911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PostgreSQL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 환경 변수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레벨/ANSI 비활성화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868680" y="4069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Railway 실행 구조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480560"/>
            <a:ext cx="10424160" cy="68580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709160"/>
            <a:ext cx="10012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build: sh gradlew bootJar -x test --no-daemon   →   run: java -Dserver.port=$PORT -jar build/libs/NeighborTrade-0.0.1-SNAPSHOT.jar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회고와 향후 개선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후 확장 가능한 개선 항목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2331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잘한 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39112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중고거래를 단순 CRUD에서 거래·채팅·후기·신고·관리자 운영까지 확장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 흐름 중심으로 화면과 도메인을 연결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233172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어려웠던 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039112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인증/권한, 동네 필터, 거래 상태, 관리자 UI가 서로 영향을 주어 경계 정리가 필요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환경 로그와 설정 분리도 중요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1417320"/>
            <a:ext cx="73152" cy="2331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방향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2039112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인기검색어 자동 스케줄러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거래/동네생활 전용 관리자 목록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커버리지 확대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 설정 정리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914400" y="46725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0432" y="466344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핵심 흐름은 완료되었고, 운영 자동화와 관리자 세분화가 다음 단계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5129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70432" y="512064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관점에서는 기능, 기술, 운영 경험을 모두 설명할 수 있는 프로젝트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0116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68680" y="2971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373075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- 동네 직거래 커뮤니티 플랫폼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NeighborTrade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NeighborTrade 완료 발표</dc:title>
  <dc:subject>NeighborTrade 프로젝트 완료 발표</dc:subject>
  <dc:creator>NeighborTrade</dc:creator>
  <cp:lastModifiedBy>NeighborTrade</cp:lastModifiedBy>
  <cp:revision>1</cp:revision>
  <dcterms:created xsi:type="dcterms:W3CDTF">2026-06-17T16:29:39Z</dcterms:created>
  <dcterms:modified xsi:type="dcterms:W3CDTF">2026-06-17T16:29:39Z</dcterms:modified>
</cp:coreProperties>
</file>